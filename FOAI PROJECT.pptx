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72a352d-45ac-0653-5cb6-7e2c544d61b4}">
          <p14:sldIdLst>
            <p14:sldId id="256"/>
          </p14:sldIdLst>
        </p14:section>
        <p14:section name="Background" id="{e87fb0b0-fe97-bef2-72d8-122b33f6fc86}">
          <p14:sldIdLst>
            <p14:sldId id="257"/>
            <p14:sldId id="258"/>
          </p14:sldIdLst>
        </p14:section>
        <p14:section name="System" id="{c4860661-bc38-e583-f659-7080e3eeccbb}">
          <p14:sldIdLst>
            <p14:sldId id="259"/>
            <p14:sldId id="260"/>
            <p14:sldId id="261"/>
          </p14:sldIdLst>
        </p14:section>
        <p14:section name="Results" id="{0a6a9554-ac4c-d623-124d-483cad970519}">
          <p14:sldIdLst>
            <p14:sldId id="262"/>
            <p14:sldId id="263"/>
            <p14:sldId id="264"/>
          </p14:sldIdLst>
        </p14:section>
        <p14:section name="Closing" id="{841ab0a8-5a1c-f54c-6778-d4dc4f52756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the team members and the faculty guide. One-line pitch: StudyQuest AI turns a student's study plan into a game, with quests, experience points, streaks and boss battles.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heavy workload, timetables that do not engage, and falling motivation. Then introduce our idea: combine study planning with gamification. Mention honestly that the current version is rule-based, not a trained ML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nine references into three themes. Key takeaway: existing work gives theory or tests single game elements; our project integrates study planning, quizzes and rewards into one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a student uses the system: enter subject, time, exam date and strategy; the app generates a four-stage route. Each quest has a timer and three objectives that must be ticked before it can be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layered architecture: user events go to the JavaScript logic layer, which reads predefined data and updates the views. Everything runs client-side; there is no backend or database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describe each module. Module 3 enforces the three objectives before completion. Module 4 boss battle: the Code Goblin starts at 100 HP; a wrong answer removes 20 HP, a correct one defeats it and gives bonus XP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stack: HTML for structure, CSS for styling, JavaScript for all logic. Highlight the game rules. Testing was functional testing of each feature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dashboard: level, total XP, quests done and streak at a glance. Then the Quest Map where the student enters preferences and generates a study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 Detail: timer and objectives. Boss battle: a multiple-choice Python question; correct answers defeat the boss, wrong ones reduce its HP. Rewards: the Trophy Room shows achievement badges.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works today and be upfront about the limitations. Future work: adaptive scheduling, ML-based recommendations, database persistence, analytics and a bigger question bank, plus a user study to measure impact. 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StudyQuest AI  ·  Foundations of AI  ·  REC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epa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40080" cy="640080"/>
          </a:xfrm>
          <a:prstGeom prst="rect">
            <a:avLst/>
          </a:prstGeom>
        </p:spPr>
      </p:pic>
      <p:sp>
        <p:nvSpPr>
          <p:cNvPr id="3" name="Course"/>
          <p:cNvSpPr txBox="1"/>
          <p:nvPr/>
        </p:nvSpPr>
        <p:spPr>
          <a:xfrm>
            <a:off x="146304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FOUNDATIONS OF ARTIFICIAL INTELLIGENCE  ·  PROJECT REVIEW</a:t>
            </a:r>
            <a:endParaRPr lang="en-US" sz="1300" dirty="0"/>
          </a:p>
        </p:txBody>
      </p:sp>
      <p:sp>
        <p:nvSpPr>
          <p:cNvPr id="4" name="Title"/>
          <p:cNvSpPr txBox="1"/>
          <p:nvPr/>
        </p:nvSpPr>
        <p:spPr>
          <a:xfrm>
            <a:off x="640080" y="1554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StudyQuest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2697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Game-Based Study Planner</a:t>
            </a:r>
            <a:endParaRPr lang="en-US" sz="2600" dirty="0"/>
          </a:p>
        </p:txBody>
      </p:sp>
      <p:sp>
        <p:nvSpPr>
          <p:cNvPr id="6" name="Tagline"/>
          <p:cNvSpPr txBox="1"/>
          <p:nvPr/>
        </p:nvSpPr>
        <p:spPr>
          <a:xfrm>
            <a:off x="640080" y="3246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Turning study plans into quests, XP and boss battles</a:t>
            </a:r>
            <a:endParaRPr lang="en-US" sz="1600" dirty="0"/>
          </a:p>
        </p:txBody>
      </p:sp>
      <p:sp>
        <p:nvSpPr>
          <p:cNvPr id="7" name="Team card"/>
          <p:cNvSpPr/>
          <p:nvPr/>
        </p:nvSpPr>
        <p:spPr>
          <a:xfrm>
            <a:off x="640080" y="4069080"/>
            <a:ext cx="566928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SUBMITTED BY</a:t>
            </a:r>
            <a:endParaRPr lang="en-US" sz="1100" dirty="0"/>
          </a:p>
        </p:txBody>
      </p:sp>
      <p:sp>
        <p:nvSpPr>
          <p:cNvPr id="9" name="Team names"/>
          <p:cNvSpPr txBox="1"/>
          <p:nvPr/>
        </p:nvSpPr>
        <p:spPr>
          <a:xfrm>
            <a:off x="914400" y="4572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Thendral 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2116240701567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Varnika 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2116240701578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GUIDED BY</a:t>
            </a:r>
            <a:endParaRPr lang="en-US" sz="1100" dirty="0"/>
          </a:p>
        </p:txBody>
      </p:sp>
      <p:sp>
        <p:nvSpPr>
          <p:cNvPr id="11" name="Guide"/>
          <p:cNvSpPr txBox="1"/>
          <p:nvPr/>
        </p:nvSpPr>
        <p:spPr>
          <a:xfrm>
            <a:off x="3657600" y="4572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Mrs. B. Deepa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Assistant Professor (SG)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Dept. of CSE, REC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October 2026</a:t>
            </a:r>
            <a:endParaRPr lang="en-US" sz="1600" dirty="0"/>
          </a:p>
        </p:txBody>
      </p:sp>
      <p:sp>
        <p:nvSpPr>
          <p:cNvPr id="12" name="Dashboard screenshot frame"/>
          <p:cNvSpPr/>
          <p:nvPr/>
        </p:nvSpPr>
        <p:spPr>
          <a:xfrm>
            <a:off x="6803136" y="1312962"/>
            <a:ext cx="4864608" cy="2494715"/>
          </a:xfrm>
          <a:prstGeom prst="roundRect">
            <a:avLst>
              <a:gd name="adj" fmla="val 293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Dashboard screenshot" descr="/home/claude/imgs/img-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67826"/>
            <a:ext cx="4754880" cy="2384987"/>
          </a:xfrm>
          <a:prstGeom prst="rect">
            <a:avLst/>
          </a:prstGeom>
        </p:spPr>
      </p:pic>
      <p:pic>
        <p:nvPicPr>
          <p:cNvPr id="14" name="REC logo" descr="/home/claude/imgs/img-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617720"/>
            <a:ext cx="1920240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need a better study planner</a:t>
            </a:r>
            <a:endParaRPr lang="en-US" sz="3400" dirty="0"/>
          </a:p>
        </p:txBody>
      </p:sp>
      <p:sp>
        <p:nvSpPr>
          <p:cNvPr id="4" name="Problem 1 circle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Heavy academic workload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57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Many subjects, complex topics and close exam dates are hard to organise.</a:t>
            </a:r>
            <a:endParaRPr lang="en-US" sz="1500" dirty="0"/>
          </a:p>
        </p:txBody>
      </p:sp>
      <p:sp>
        <p:nvSpPr>
          <p:cNvPr id="8" name="Problem 2 circle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9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34121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Static timetables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3520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Manual timetables and to-do lists give structure but no engagement.</a:t>
            </a:r>
            <a:endParaRPr lang="en-US" sz="1500" dirty="0"/>
          </a:p>
        </p:txBody>
      </p:sp>
      <p:sp>
        <p:nvSpPr>
          <p:cNvPr id="12" name="Problem 3 circle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13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80425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Motivation drops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4983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Without feedback or rewards, consistent study habits are hard to keep.</a:t>
            </a:r>
            <a:endParaRPr lang="en-US" sz="1500" dirty="0"/>
          </a:p>
        </p:txBody>
      </p:sp>
      <p:sp>
        <p:nvSpPr>
          <p:cNvPr id="16" name="Solution card"/>
          <p:cNvSpPr/>
          <p:nvPr/>
        </p:nvSpPr>
        <p:spPr>
          <a:xfrm>
            <a:off x="6217920" y="1691640"/>
            <a:ext cx="539496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537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37960" y="2377440"/>
            <a:ext cx="210312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537960" y="2377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Study planning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641080" y="2377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+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9098280" y="2377440"/>
            <a:ext cx="219456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098280" y="2377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Game mechanics</a:t>
            </a:r>
            <a:endParaRPr lang="en-US" sz="1500" dirty="0"/>
          </a:p>
        </p:txBody>
      </p:sp>
      <p:sp>
        <p:nvSpPr>
          <p:cNvPr id="23" name="Approach bullets"/>
          <p:cNvSpPr txBox="1"/>
          <p:nvPr/>
        </p:nvSpPr>
        <p:spPr>
          <a:xfrm>
            <a:off x="6537960" y="32918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web app that turns study activities into quests a student completes step by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Dashboard tracks XP, levels, completed quests and daily streaks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Quest route: learn the concept, practise, take a quiz, then face the boss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Built with HTML, CSS and JavaScript using rule-based logic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nine studies tell us</a:t>
            </a:r>
            <a:endParaRPr lang="en-US" sz="3400" dirty="0"/>
          </a:p>
        </p:txBody>
      </p:sp>
      <p:sp>
        <p:nvSpPr>
          <p:cNvPr id="4" name="Lit column 1"/>
          <p:cNvSpPr/>
          <p:nvPr/>
        </p:nvSpPr>
        <p:spPr>
          <a:xfrm>
            <a:off x="548640" y="160020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Lit 1 circl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L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Gamification design</a:t>
            </a:r>
            <a:endParaRPr lang="en-US" sz="1600" dirty="0"/>
          </a:p>
        </p:txBody>
      </p:sp>
      <p:sp>
        <p:nvSpPr>
          <p:cNvPr id="8" name="Lit items 1"/>
          <p:cNvSpPr txBox="1"/>
          <p:nvPr/>
        </p:nvSpPr>
        <p:spPr>
          <a:xfrm>
            <a:off x="777240" y="25146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Deterding et al. (2011)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Defined gamification: game elements in non-game contexts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Werbach &amp; Hunter (2012)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Mechanics and dynamics for gamified systems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Kapp (2012)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Game-based learning and instructional design</a:t>
            </a:r>
            <a:endParaRPr lang="en-US" sz="1400" dirty="0"/>
          </a:p>
        </p:txBody>
      </p:sp>
      <p:sp>
        <p:nvSpPr>
          <p:cNvPr id="9" name="Lit column 2"/>
          <p:cNvSpPr/>
          <p:nvPr/>
        </p:nvSpPr>
        <p:spPr>
          <a:xfrm>
            <a:off x="4297680" y="160020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Lit 2 circle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1" name="L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Evidence on gamification</a:t>
            </a:r>
            <a:endParaRPr lang="en-US" sz="1600" dirty="0"/>
          </a:p>
        </p:txBody>
      </p:sp>
      <p:sp>
        <p:nvSpPr>
          <p:cNvPr id="13" name="Lit items 2"/>
          <p:cNvSpPr txBox="1"/>
          <p:nvPr/>
        </p:nvSpPr>
        <p:spPr>
          <a:xfrm>
            <a:off x="4526280" y="25146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Hamari et al. (2014)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Effects vary by context and implementation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Sailer et al. (2017)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Specific elements affect need satisfaction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Dichev &amp; Dicheva (2017)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Long-term educational benefit still uncertain</a:t>
            </a:r>
            <a:endParaRPr lang="en-US" sz="1400" dirty="0"/>
          </a:p>
        </p:txBody>
      </p:sp>
      <p:sp>
        <p:nvSpPr>
          <p:cNvPr id="14" name="Lit column 3"/>
          <p:cNvSpPr/>
          <p:nvPr/>
        </p:nvSpPr>
        <p:spPr>
          <a:xfrm>
            <a:off x="8046720" y="160020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Lit 3 circle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6" name="L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Motivation, learning &amp; AI</a:t>
            </a:r>
            <a:endParaRPr lang="en-US" sz="1600" dirty="0"/>
          </a:p>
        </p:txBody>
      </p:sp>
      <p:sp>
        <p:nvSpPr>
          <p:cNvPr id="18" name="Lit items 3"/>
          <p:cNvSpPr txBox="1"/>
          <p:nvPr/>
        </p:nvSpPr>
        <p:spPr>
          <a:xfrm>
            <a:off x="8275320" y="25146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 &amp; Ryan (2000)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Autonomy, competence and relatedness drive motivation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Dunlosky et al. (2013)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Practice testing and distributed practice work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Russell &amp; Norvig (2021)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bg2"/>
                </a:solidFill>
              </a:rPr>
              <a:t>Agents, search and decision-making foundations</a:t>
            </a:r>
            <a:endParaRPr lang="en-US" sz="1400" dirty="0"/>
          </a:p>
        </p:txBody>
      </p:sp>
      <p:sp>
        <p:nvSpPr>
          <p:cNvPr id="19" name="Gap card"/>
          <p:cNvSpPr/>
          <p:nvPr/>
        </p:nvSpPr>
        <p:spPr>
          <a:xfrm>
            <a:off x="548640" y="4937760"/>
            <a:ext cx="110185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20640"/>
            <a:ext cx="502920" cy="502920"/>
          </a:xfrm>
          <a:prstGeom prst="rect">
            <a:avLst/>
          </a:prstGeom>
        </p:spPr>
      </p:pic>
      <p:sp>
        <p:nvSpPr>
          <p:cNvPr id="21" name="Gap text"/>
          <p:cNvSpPr txBox="1"/>
          <p:nvPr/>
        </p:nvSpPr>
        <p:spPr>
          <a:xfrm>
            <a:off x="1463040" y="4983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4"/>
                </a:solidFill>
              </a:rPr>
              <a:t>Research gap: </a:t>
            </a:r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theories explain motivation and studies test single game elements, but few bring planning, practice and rewards together in one study tool. StudyQuest AI combines them.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PROPOSED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study inputs to a quest route</a:t>
            </a:r>
            <a:endParaRPr lang="en-US" sz="3400" dirty="0"/>
          </a:p>
        </p:txBody>
      </p:sp>
      <p:sp>
        <p:nvSpPr>
          <p:cNvPr id="4" name="Inputs card"/>
          <p:cNvSpPr/>
          <p:nvPr/>
        </p:nvSpPr>
        <p:spPr>
          <a:xfrm>
            <a:off x="548640" y="1645920"/>
            <a:ext cx="2926080" cy="379476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PLAYER INPUTS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Subject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81528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035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Available study time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3133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785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Exam date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81144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5354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Planning strategy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3611880" y="3291840"/>
            <a:ext cx="502920" cy="5029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oute step 1"/>
          <p:cNvSpPr/>
          <p:nvPr/>
        </p:nvSpPr>
        <p:spPr>
          <a:xfrm>
            <a:off x="4251960" y="1645920"/>
            <a:ext cx="1691640" cy="379476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44348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17" name="Route 1 circle"/>
          <p:cNvSpPr/>
          <p:nvPr/>
        </p:nvSpPr>
        <p:spPr>
          <a:xfrm>
            <a:off x="4709160" y="233172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8" name="Route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698" y="251825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343400" y="32918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Concept Quest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4361688" y="402336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Read and understand the topic</a:t>
            </a:r>
            <a:endParaRPr lang="en-US" sz="1300" dirty="0"/>
          </a:p>
        </p:txBody>
      </p:sp>
      <p:sp>
        <p:nvSpPr>
          <p:cNvPr id="21" name="Route step 2"/>
          <p:cNvSpPr/>
          <p:nvPr/>
        </p:nvSpPr>
        <p:spPr>
          <a:xfrm>
            <a:off x="6126480" y="1645920"/>
            <a:ext cx="1691640" cy="379476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3093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Route 2 circle"/>
          <p:cNvSpPr/>
          <p:nvPr/>
        </p:nvSpPr>
        <p:spPr>
          <a:xfrm>
            <a:off x="6583680" y="233172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24" name="Route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18" y="2518258"/>
            <a:ext cx="404165" cy="40416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217920" y="32918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Practice Battle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236208" y="402336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Work through examples</a:t>
            </a:r>
            <a:endParaRPr lang="en-US" sz="1300" dirty="0"/>
          </a:p>
        </p:txBody>
      </p:sp>
      <p:sp>
        <p:nvSpPr>
          <p:cNvPr id="27" name="Route step 3"/>
          <p:cNvSpPr/>
          <p:nvPr/>
        </p:nvSpPr>
        <p:spPr>
          <a:xfrm>
            <a:off x="8001000" y="1645920"/>
            <a:ext cx="1691640" cy="379476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818388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3</a:t>
            </a:r>
            <a:endParaRPr lang="en-US" sz="2400" dirty="0"/>
          </a:p>
        </p:txBody>
      </p:sp>
      <p:sp>
        <p:nvSpPr>
          <p:cNvPr id="29" name="Route 3 circle"/>
          <p:cNvSpPr/>
          <p:nvPr/>
        </p:nvSpPr>
        <p:spPr>
          <a:xfrm>
            <a:off x="8458200" y="233172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30" name="Route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4738" y="2518258"/>
            <a:ext cx="404165" cy="40416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092440" y="32918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Quiz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8110728" y="402336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Check understanding with questions</a:t>
            </a:r>
            <a:endParaRPr lang="en-US" sz="1300" dirty="0"/>
          </a:p>
        </p:txBody>
      </p:sp>
      <p:sp>
        <p:nvSpPr>
          <p:cNvPr id="33" name="Route step 4"/>
          <p:cNvSpPr/>
          <p:nvPr/>
        </p:nvSpPr>
        <p:spPr>
          <a:xfrm>
            <a:off x="9875520" y="1645920"/>
            <a:ext cx="1691640" cy="379476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34" name="Text 25"/>
          <p:cNvSpPr txBox="1"/>
          <p:nvPr/>
        </p:nvSpPr>
        <p:spPr>
          <a:xfrm>
            <a:off x="100584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</a:t>
            </a:r>
            <a:endParaRPr lang="en-US" sz="2400" dirty="0"/>
          </a:p>
        </p:txBody>
      </p:sp>
      <p:sp>
        <p:nvSpPr>
          <p:cNvPr id="35" name="Route 4 circle"/>
          <p:cNvSpPr/>
          <p:nvPr/>
        </p:nvSpPr>
        <p:spPr>
          <a:xfrm>
            <a:off x="10332720" y="2331720"/>
            <a:ext cx="777240" cy="7772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36" name="Route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9258" y="2518258"/>
            <a:ext cx="404165" cy="40416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966960" y="32918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Boss Battle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9985248" y="402336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Final challenge for bonus XP</a:t>
            </a:r>
            <a:endParaRPr lang="en-US" sz="1300" dirty="0"/>
          </a:p>
        </p:txBody>
      </p:sp>
      <p:sp>
        <p:nvSpPr>
          <p:cNvPr id="39" name="Quest flow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Quest flow: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start / pause / reset the timer  →  tick 3 objectives  →  Complete Quest unlocks  →  XP and quest count update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all running in the browser</a:t>
            </a:r>
            <a:endParaRPr lang="en-US" sz="3400" dirty="0"/>
          </a:p>
        </p:txBody>
      </p:sp>
      <p:sp>
        <p:nvSpPr>
          <p:cNvPr id="4" name="Architecture diagram frame"/>
          <p:cNvSpPr/>
          <p:nvPr/>
        </p:nvSpPr>
        <p:spPr>
          <a:xfrm>
            <a:off x="505206" y="1545336"/>
            <a:ext cx="7036308" cy="4727448"/>
          </a:xfrm>
          <a:prstGeom prst="roundRect">
            <a:avLst>
              <a:gd name="adj" fmla="val 154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Architecture diagram" descr="/home/claude/img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600200"/>
            <a:ext cx="692658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73352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600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 (HTML/CSS)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1984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UI components, study planner form, interactive pages, progress tracking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09560" y="2752344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0" y="2679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Application logic (JS)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Navigation, quest generation, timer, quiz scoring, progress and rewards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09560" y="3831336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3758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(predefined)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142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Subject data, quest data and quiz data held in JavaScript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09560" y="4910328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2212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Dashboard, Quest Map, Quest Detail and Rewards views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5897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 backend server or database in the current version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MODULES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modules power the game loop</a:t>
            </a:r>
            <a:endParaRPr lang="en-US" sz="3400" dirty="0"/>
          </a:p>
        </p:txBody>
      </p:sp>
      <p:sp>
        <p:nvSpPr>
          <p:cNvPr id="4" name="Module 1"/>
          <p:cNvSpPr/>
          <p:nvPr/>
        </p:nvSpPr>
        <p:spPr>
          <a:xfrm>
            <a:off x="548640" y="169164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MODULE 1</a:t>
            </a:r>
            <a:endParaRPr lang="en-US" sz="1100" dirty="0"/>
          </a:p>
        </p:txBody>
      </p:sp>
      <p:sp>
        <p:nvSpPr>
          <p:cNvPr id="6" name="Module 1 circle"/>
          <p:cNvSpPr/>
          <p:nvPr/>
        </p:nvSpPr>
        <p:spPr>
          <a:xfrm>
            <a:off x="1143000" y="228600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7" name="Mod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483" y="249448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91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 &amp; Navigation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51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Shows XP, completed quests, streak and active quests; links every page</a:t>
            </a:r>
            <a:endParaRPr lang="en-US" sz="1300" dirty="0"/>
          </a:p>
        </p:txBody>
      </p:sp>
      <p:sp>
        <p:nvSpPr>
          <p:cNvPr id="10" name="Module 2"/>
          <p:cNvSpPr/>
          <p:nvPr/>
        </p:nvSpPr>
        <p:spPr>
          <a:xfrm>
            <a:off x="2788920" y="169164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71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MODULE 2</a:t>
            </a:r>
            <a:endParaRPr lang="en-US" sz="1100" dirty="0"/>
          </a:p>
        </p:txBody>
      </p:sp>
      <p:sp>
        <p:nvSpPr>
          <p:cNvPr id="12" name="Module 2 circle"/>
          <p:cNvSpPr/>
          <p:nvPr/>
        </p:nvSpPr>
        <p:spPr>
          <a:xfrm>
            <a:off x="3383280" y="228600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13" name="Mod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763" y="249448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6080" y="3291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Study Planning &amp; Quest Generation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926080" y="4251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Builds the Concept → Practice → Quiz → Boss route from user inputs</a:t>
            </a:r>
            <a:endParaRPr lang="en-US" sz="1300" dirty="0"/>
          </a:p>
        </p:txBody>
      </p:sp>
      <p:sp>
        <p:nvSpPr>
          <p:cNvPr id="16" name="Module 3"/>
          <p:cNvSpPr/>
          <p:nvPr/>
        </p:nvSpPr>
        <p:spPr>
          <a:xfrm>
            <a:off x="5029200" y="169164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21208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MODULE 3</a:t>
            </a:r>
            <a:endParaRPr lang="en-US" sz="1100" dirty="0"/>
          </a:p>
        </p:txBody>
      </p:sp>
      <p:sp>
        <p:nvSpPr>
          <p:cNvPr id="18" name="Module 3 circle"/>
          <p:cNvSpPr/>
          <p:nvPr/>
        </p:nvSpPr>
        <p:spPr>
          <a:xfrm>
            <a:off x="5623560" y="228600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19" name="Mod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43" y="2494483"/>
            <a:ext cx="451714" cy="45171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66360" y="3291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Quest Management &amp; Timer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166360" y="4251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Countdown timer, 3 objectives, Complete Quest unlocked only when all are done</a:t>
            </a:r>
            <a:endParaRPr lang="en-US" sz="1300" dirty="0"/>
          </a:p>
        </p:txBody>
      </p:sp>
      <p:sp>
        <p:nvSpPr>
          <p:cNvPr id="22" name="Module 4"/>
          <p:cNvSpPr/>
          <p:nvPr/>
        </p:nvSpPr>
        <p:spPr>
          <a:xfrm>
            <a:off x="7269480" y="169164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4523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MODULE 4</a:t>
            </a:r>
            <a:endParaRPr lang="en-US" sz="1100" dirty="0"/>
          </a:p>
        </p:txBody>
      </p:sp>
      <p:sp>
        <p:nvSpPr>
          <p:cNvPr id="24" name="Module 4 circle"/>
          <p:cNvSpPr/>
          <p:nvPr/>
        </p:nvSpPr>
        <p:spPr>
          <a:xfrm>
            <a:off x="7863840" y="228600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5" name="Modu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323" y="249448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3291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Missions &amp; Boss Battle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4251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Python quiz vs. the Code Goblin: right answer wins XP, wrong answer −20 HP</a:t>
            </a:r>
            <a:endParaRPr lang="en-US" sz="1300" dirty="0"/>
          </a:p>
        </p:txBody>
      </p:sp>
      <p:sp>
        <p:nvSpPr>
          <p:cNvPr id="28" name="Module 5"/>
          <p:cNvSpPr/>
          <p:nvPr/>
        </p:nvSpPr>
        <p:spPr>
          <a:xfrm>
            <a:off x="9509760" y="169164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9692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MODULE 5</a:t>
            </a:r>
            <a:endParaRPr lang="en-US" sz="1100" dirty="0"/>
          </a:p>
        </p:txBody>
      </p:sp>
      <p:sp>
        <p:nvSpPr>
          <p:cNvPr id="30" name="Module 5 circle"/>
          <p:cNvSpPr/>
          <p:nvPr/>
        </p:nvSpPr>
        <p:spPr>
          <a:xfrm>
            <a:off x="10104120" y="228600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1" name="Modul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2603" y="2494483"/>
            <a:ext cx="451714" cy="45171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646920" y="3291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Rewards &amp; Progress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646920" y="4251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Quest Master, Streak Warrior, Quiz Slayer and Boss Hunter badges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IMPLEMENTATION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 and game rules</a:t>
            </a:r>
            <a:endParaRPr lang="en-US" sz="3400" dirty="0"/>
          </a:p>
        </p:txBody>
      </p:sp>
      <p:sp>
        <p:nvSpPr>
          <p:cNvPr id="4" name="Tech HTML"/>
          <p:cNvSpPr/>
          <p:nvPr/>
        </p:nvSpPr>
        <p:spPr>
          <a:xfrm>
            <a:off x="548640" y="164592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HTM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105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HTML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128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Page structure: Dashboard, Quest Map, Missions, Rewards</a:t>
            </a:r>
            <a:endParaRPr lang="en-US" sz="1400" dirty="0"/>
          </a:p>
        </p:txBody>
      </p:sp>
      <p:sp>
        <p:nvSpPr>
          <p:cNvPr id="8" name="Tech CSS"/>
          <p:cNvSpPr/>
          <p:nvPr/>
        </p:nvSpPr>
        <p:spPr>
          <a:xfrm>
            <a:off x="548640" y="310896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C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29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CSS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75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Dark game-style layout, colours and responsive design</a:t>
            </a:r>
            <a:endParaRPr lang="en-US" sz="1400" dirty="0"/>
          </a:p>
        </p:txBody>
      </p:sp>
      <p:sp>
        <p:nvSpPr>
          <p:cNvPr id="12" name="Tech JavaScript"/>
          <p:cNvSpPr/>
          <p:nvPr/>
        </p:nvSpPr>
        <p:spPr>
          <a:xfrm>
            <a:off x="548640" y="45720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JavaScrip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920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736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5138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Navigation, quest data, timer, objective checks, quiz and XP logic</a:t>
            </a:r>
            <a:endParaRPr lang="en-US" sz="1400" dirty="0"/>
          </a:p>
        </p:txBody>
      </p:sp>
      <p:sp>
        <p:nvSpPr>
          <p:cNvPr id="16" name="Stat 1"/>
          <p:cNvSpPr/>
          <p:nvPr/>
        </p:nvSpPr>
        <p:spPr>
          <a:xfrm>
            <a:off x="6035040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21792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</a:t>
            </a:r>
            <a:endParaRPr lang="en-US" sz="50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Code Goblin starting health</a:t>
            </a:r>
            <a:endParaRPr lang="en-US" sz="1400" dirty="0"/>
          </a:p>
        </p:txBody>
      </p:sp>
      <p:sp>
        <p:nvSpPr>
          <p:cNvPr id="19" name="Stat 2"/>
          <p:cNvSpPr/>
          <p:nvPr/>
        </p:nvSpPr>
        <p:spPr>
          <a:xfrm>
            <a:off x="8869680" y="164592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05256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 wrong boss-battle answer</a:t>
            </a:r>
            <a:endParaRPr lang="en-US" sz="1400" dirty="0"/>
          </a:p>
        </p:txBody>
      </p:sp>
      <p:sp>
        <p:nvSpPr>
          <p:cNvPr id="22" name="Stat 3"/>
          <p:cNvSpPr/>
          <p:nvPr/>
        </p:nvSpPr>
        <p:spPr>
          <a:xfrm>
            <a:off x="6035040" y="3840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21792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endParaRPr lang="en-US" sz="50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objectives to unlock Complete Quest</a:t>
            </a:r>
            <a:endParaRPr lang="en-US" sz="1400" dirty="0"/>
          </a:p>
        </p:txBody>
      </p:sp>
      <p:sp>
        <p:nvSpPr>
          <p:cNvPr id="25" name="Stat 4"/>
          <p:cNvSpPr/>
          <p:nvPr/>
        </p:nvSpPr>
        <p:spPr>
          <a:xfrm>
            <a:off x="8869680" y="3840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905256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</a:t>
            </a:r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XP</a:t>
            </a:r>
            <a:endParaRPr lang="en-US" sz="5000" dirty="0"/>
          </a:p>
        </p:txBody>
      </p:sp>
      <p:sp>
        <p:nvSpPr>
          <p:cNvPr id="27" name="Text 22"/>
          <p:cNvSpPr txBox="1"/>
          <p:nvPr/>
        </p:nvSpPr>
        <p:spPr>
          <a:xfrm>
            <a:off x="905256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 a quest such as Python Functions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Testing: every feature was exercised in the browser; navigation, route generation, timer, objective checks, boss battle and XP updates worked as intended.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Quest Map</a:t>
            </a:r>
            <a:endParaRPr lang="en-US" sz="3400" dirty="0"/>
          </a:p>
        </p:txBody>
      </p:sp>
      <p:sp>
        <p:nvSpPr>
          <p:cNvPr id="4" name="Dashboard screenshot frame"/>
          <p:cNvSpPr/>
          <p:nvPr/>
        </p:nvSpPr>
        <p:spPr>
          <a:xfrm>
            <a:off x="493776" y="1872561"/>
            <a:ext cx="5458968" cy="2792839"/>
          </a:xfrm>
          <a:prstGeom prst="roundRect">
            <a:avLst>
              <a:gd name="adj" fmla="val 261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Dashboard screenshot" descr="/home/claude/img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7425"/>
            <a:ext cx="5349240" cy="26831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Dashboard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Level 7 · 840 XP · 12 quests done · 6-day streak, with active quests and a boss-battle shortcut</a:t>
            </a:r>
            <a:endParaRPr lang="en-US" sz="1400" dirty="0"/>
          </a:p>
        </p:txBody>
      </p:sp>
      <p:sp>
        <p:nvSpPr>
          <p:cNvPr id="8" name="Quest Map screenshot frame"/>
          <p:cNvSpPr/>
          <p:nvPr/>
        </p:nvSpPr>
        <p:spPr>
          <a:xfrm>
            <a:off x="6163056" y="1650985"/>
            <a:ext cx="5458968" cy="3235990"/>
          </a:xfrm>
          <a:prstGeom prst="roundRect">
            <a:avLst>
              <a:gd name="adj" fmla="val 226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Quest Map screenshot" descr="/home/claude/imgs/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05849"/>
            <a:ext cx="5349240" cy="31262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Quest Map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5486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AI Quest Generator takes subject, time, exam date and strategy, then builds the route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Quests, boss battle and trophies</a:t>
            </a:r>
            <a:endParaRPr lang="en-US" sz="3400" dirty="0"/>
          </a:p>
        </p:txBody>
      </p:sp>
      <p:sp>
        <p:nvSpPr>
          <p:cNvPr id="4" name="Quest Detail &amp; Timer screenshot frame"/>
          <p:cNvSpPr/>
          <p:nvPr/>
        </p:nvSpPr>
        <p:spPr>
          <a:xfrm>
            <a:off x="493776" y="1635743"/>
            <a:ext cx="3630168" cy="2854994"/>
          </a:xfrm>
          <a:prstGeom prst="roundRect">
            <a:avLst>
              <a:gd name="adj" fmla="val 25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Quest Detail &amp; Timer screenshot" descr="/home/claude/imgs/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0607"/>
            <a:ext cx="3520440" cy="27452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9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Quest Detail &amp; Timer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35-minute timer with start, pause and reset; three objectives to tick</a:t>
            </a:r>
            <a:endParaRPr lang="en-US" sz="1400" dirty="0"/>
          </a:p>
        </p:txBody>
      </p:sp>
      <p:sp>
        <p:nvSpPr>
          <p:cNvPr id="8" name="Python Function Battle screenshot frame"/>
          <p:cNvSpPr/>
          <p:nvPr/>
        </p:nvSpPr>
        <p:spPr>
          <a:xfrm>
            <a:off x="4242816" y="2013047"/>
            <a:ext cx="3630168" cy="2100387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Python Function Battle screenshot" descr="/home/claude/imgs/img-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067911"/>
            <a:ext cx="3520440" cy="19906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4709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Python Function Battle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5120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Answer correctly to defeat the Code Goblin and earn bonus XP</a:t>
            </a:r>
            <a:endParaRPr lang="en-US" sz="1400" dirty="0"/>
          </a:p>
        </p:txBody>
      </p:sp>
      <p:sp>
        <p:nvSpPr>
          <p:cNvPr id="12" name="Trophy Room screenshot frame"/>
          <p:cNvSpPr/>
          <p:nvPr/>
        </p:nvSpPr>
        <p:spPr>
          <a:xfrm>
            <a:off x="7991856" y="2020354"/>
            <a:ext cx="3630168" cy="2085771"/>
          </a:xfrm>
          <a:prstGeom prst="roundRect">
            <a:avLst>
              <a:gd name="adj" fmla="val 35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Trophy Room screenshot" descr="/home/claude/imgs/img-0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75218"/>
            <a:ext cx="3520440" cy="19760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4709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Trophy Room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5120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Quest Master, Streak Warrior, Quiz Slayer and Boss Hunter badges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CONCLUSION &amp; FUTURE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complete, next level loading</a:t>
            </a:r>
            <a:endParaRPr lang="en-US" sz="34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645920"/>
            <a:ext cx="521208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WHAT WE ACHIEVED</a:t>
            </a:r>
            <a:endParaRPr lang="en-US" sz="1200" dirty="0"/>
          </a:p>
        </p:txBody>
      </p:sp>
      <p:sp>
        <p:nvSpPr>
          <p:cNvPr id="6" name="Conclusion bullets"/>
          <p:cNvSpPr txBox="1"/>
          <p:nvPr/>
        </p:nvSpPr>
        <p:spPr>
          <a:xfrm>
            <a:off x="868680" y="2240280"/>
            <a:ext cx="4663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working gamified study planner: quests, timer, quizzes, XP, streaks and badges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Students can generate routes, finish objectives and fight quiz-based boss battles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Limits: rule-based logic and predefined data; no ML model, no persistent storage, no formal study of learning gains yet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NEXT LEVEL</a:t>
            </a:r>
            <a:endParaRPr lang="en-US" sz="1200" dirty="0"/>
          </a:p>
        </p:txBody>
      </p:sp>
      <p:sp>
        <p:nvSpPr>
          <p:cNvPr id="8" name="Future 1 circle"/>
          <p:cNvSpPr/>
          <p:nvPr/>
        </p:nvSpPr>
        <p:spPr>
          <a:xfrm>
            <a:off x="6172200" y="2057400"/>
            <a:ext cx="658368" cy="65836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Fu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0208" y="221540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95160" y="2039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Adaptive scheduling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386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Plans built from exam dates, hours and topic difficulty</a:t>
            </a:r>
            <a:endParaRPr lang="en-US" sz="1350" dirty="0"/>
          </a:p>
        </p:txBody>
      </p:sp>
      <p:sp>
        <p:nvSpPr>
          <p:cNvPr id="12" name="Future 2 circle"/>
          <p:cNvSpPr/>
          <p:nvPr/>
        </p:nvSpPr>
        <p:spPr>
          <a:xfrm>
            <a:off x="6172200" y="2953512"/>
            <a:ext cx="658368" cy="65836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Fu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08" y="3111520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95160" y="2935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Personalised recommendations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2826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ML on student performance</a:t>
            </a:r>
            <a:endParaRPr lang="en-US" sz="1350" dirty="0"/>
          </a:p>
        </p:txBody>
      </p:sp>
      <p:sp>
        <p:nvSpPr>
          <p:cNvPr id="16" name="Future 3 circle"/>
          <p:cNvSpPr/>
          <p:nvPr/>
        </p:nvSpPr>
        <p:spPr>
          <a:xfrm>
            <a:off x="6172200" y="3849624"/>
            <a:ext cx="658368" cy="65836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17" name="Fu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208" y="400763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5160" y="3831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Persistent progress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99516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Database for XP, quests and badges</a:t>
            </a:r>
            <a:endParaRPr lang="en-US" sz="1350" dirty="0"/>
          </a:p>
        </p:txBody>
      </p:sp>
      <p:sp>
        <p:nvSpPr>
          <p:cNvPr id="20" name="Future 4 circle"/>
          <p:cNvSpPr/>
          <p:nvPr/>
        </p:nvSpPr>
        <p:spPr>
          <a:xfrm>
            <a:off x="6172200" y="4745736"/>
            <a:ext cx="658368" cy="65836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1" name="Fu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208" y="490374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4727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Analytics &amp; larger quiz bank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</a:rPr>
              <a:t>Subject-wise quizzes, insights, reminders</a:t>
            </a:r>
            <a:endParaRPr lang="en-US" sz="13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7607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5742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</a:t>
            </a:r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Quest Arcade">
  <a:themeElements>
    <a:clrScheme name="StudyQuest Arcade">
      <a:dk1>
        <a:srgbClr val="0E0F1F"/>
      </a:dk1>
      <a:lt1>
        <a:srgbClr val="FFFFFF"/>
      </a:lt1>
      <a:dk2>
        <a:srgbClr val="1C1E3A"/>
      </a:dk2>
      <a:lt2>
        <a:srgbClr val="A9ADD1"/>
      </a:lt2>
      <a:accent1>
        <a:srgbClr val="8B5CF6"/>
      </a:accent1>
      <a:accent2>
        <a:srgbClr val="22D3EE"/>
      </a:accent2>
      <a:accent3>
        <a:srgbClr val="EC4899"/>
      </a:accent3>
      <a:accent4>
        <a:srgbClr val="FBBF24"/>
      </a:accent4>
      <a:accent5>
        <a:srgbClr val="34D399"/>
      </a:accent5>
      <a:accent6>
        <a:srgbClr val="F97316"/>
      </a:accent6>
      <a:hlink>
        <a:srgbClr val="22D3EE"/>
      </a:hlink>
      <a:folHlink>
        <a:srgbClr val="A78BFA"/>
      </a:folHlink>
    </a:clrScheme>
    <a:fontScheme name="StudyQuest Arca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StudyQuest AI: A Game-Based Study Planner</dc:title>
  <dc:subject>PptxGenJS Presentation</dc:subject>
  <dc:creator>Thendral V, Varnika V</dc:creator>
  <cp:lastModifiedBy>Thendral V, Varnika V</cp:lastModifiedBy>
  <cp:revision>1</cp:revision>
  <dcterms:created xsi:type="dcterms:W3CDTF">2026-10-21T16:18:27Z</dcterms:created>
  <dcterms:modified xsi:type="dcterms:W3CDTF">2026-10-21T16:18:27Z</dcterms:modified>
</cp:coreProperties>
</file>